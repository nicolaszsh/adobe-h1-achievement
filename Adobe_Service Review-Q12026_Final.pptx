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7" r:id="rId2"/>
    <p:sldId id="265" r:id="rId3"/>
    <p:sldId id="266" r:id="rId4"/>
    <p:sldId id="270" r:id="rId5"/>
    <p:sldId id="286" r:id="rId6"/>
    <p:sldId id="271" r:id="rId7"/>
    <p:sldId id="280" r:id="rId8"/>
    <p:sldId id="274" r:id="rId9"/>
    <p:sldId id="283" r:id="rId10"/>
    <p:sldId id="275" r:id="rId11"/>
    <p:sldId id="279" r:id="rId12"/>
    <p:sldId id="287" r:id="rId13"/>
    <p:sldId id="289" r:id="rId14"/>
    <p:sldId id="278" r:id="rId15"/>
    <p:sldId id="272" r:id="rId16"/>
    <p:sldId id="273" r:id="rId17"/>
    <p:sldId id="277" r:id="rId18"/>
    <p:sldId id="282" r:id="rId19"/>
    <p:sldId id="267" r:id="rId20"/>
    <p:sldId id="288" r:id="rId21"/>
    <p:sldId id="269" r:id="rId22"/>
    <p:sldId id="28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078B05-7183-4432-A74A-B36D2E58D909}" v="16" dt="2026-04-21T18:52:43.3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2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rayanan, Sankaravel" userId="7640f6e5-6e40-4251-b21e-1a19c0c52b5c" providerId="ADAL" clId="{11EB4A04-FD83-4602-BD19-BB7FE396ACA8}"/>
    <pc:docChg chg="custSel addSld delSld modSld sldOrd">
      <pc:chgData name="Narayanan, Sankaravel" userId="7640f6e5-6e40-4251-b21e-1a19c0c52b5c" providerId="ADAL" clId="{11EB4A04-FD83-4602-BD19-BB7FE396ACA8}" dt="2026-04-21T18:57:19.689" v="324" actId="5793"/>
      <pc:docMkLst>
        <pc:docMk/>
      </pc:docMkLst>
      <pc:sldChg chg="del">
        <pc:chgData name="Narayanan, Sankaravel" userId="7640f6e5-6e40-4251-b21e-1a19c0c52b5c" providerId="ADAL" clId="{11EB4A04-FD83-4602-BD19-BB7FE396ACA8}" dt="2026-04-21T18:34:23.765" v="59" actId="2696"/>
        <pc:sldMkLst>
          <pc:docMk/>
          <pc:sldMk cId="1894770713" sldId="261"/>
        </pc:sldMkLst>
      </pc:sldChg>
      <pc:sldChg chg="modSp mod">
        <pc:chgData name="Narayanan, Sankaravel" userId="7640f6e5-6e40-4251-b21e-1a19c0c52b5c" providerId="ADAL" clId="{11EB4A04-FD83-4602-BD19-BB7FE396ACA8}" dt="2026-04-21T18:56:46.300" v="309" actId="20577"/>
        <pc:sldMkLst>
          <pc:docMk/>
          <pc:sldMk cId="3378272208" sldId="265"/>
        </pc:sldMkLst>
        <pc:spChg chg="mod">
          <ac:chgData name="Narayanan, Sankaravel" userId="7640f6e5-6e40-4251-b21e-1a19c0c52b5c" providerId="ADAL" clId="{11EB4A04-FD83-4602-BD19-BB7FE396ACA8}" dt="2026-04-21T18:56:46.300" v="309" actId="20577"/>
          <ac:spMkLst>
            <pc:docMk/>
            <pc:sldMk cId="3378272208" sldId="265"/>
            <ac:spMk id="3" creationId="{D47312DB-0CA2-A3D3-5165-BD54F8B110C3}"/>
          </ac:spMkLst>
        </pc:spChg>
      </pc:sldChg>
      <pc:sldChg chg="modSp mod">
        <pc:chgData name="Narayanan, Sankaravel" userId="7640f6e5-6e40-4251-b21e-1a19c0c52b5c" providerId="ADAL" clId="{11EB4A04-FD83-4602-BD19-BB7FE396ACA8}" dt="2026-04-21T18:50:44.105" v="264" actId="20577"/>
        <pc:sldMkLst>
          <pc:docMk/>
          <pc:sldMk cId="1591167365" sldId="267"/>
        </pc:sldMkLst>
        <pc:spChg chg="mod">
          <ac:chgData name="Narayanan, Sankaravel" userId="7640f6e5-6e40-4251-b21e-1a19c0c52b5c" providerId="ADAL" clId="{11EB4A04-FD83-4602-BD19-BB7FE396ACA8}" dt="2026-04-21T18:48:11.443" v="248" actId="20577"/>
          <ac:spMkLst>
            <pc:docMk/>
            <pc:sldMk cId="1591167365" sldId="267"/>
            <ac:spMk id="2" creationId="{11EBE1C7-5443-7779-F1B8-D7AD77E417F6}"/>
          </ac:spMkLst>
        </pc:spChg>
        <pc:spChg chg="mod">
          <ac:chgData name="Narayanan, Sankaravel" userId="7640f6e5-6e40-4251-b21e-1a19c0c52b5c" providerId="ADAL" clId="{11EB4A04-FD83-4602-BD19-BB7FE396ACA8}" dt="2026-04-21T18:50:44.105" v="264" actId="20577"/>
          <ac:spMkLst>
            <pc:docMk/>
            <pc:sldMk cId="1591167365" sldId="267"/>
            <ac:spMk id="3" creationId="{04880B1A-85CA-3D94-1A50-192B592BFD1E}"/>
          </ac:spMkLst>
        </pc:spChg>
      </pc:sldChg>
      <pc:sldChg chg="del ord">
        <pc:chgData name="Narayanan, Sankaravel" userId="7640f6e5-6e40-4251-b21e-1a19c0c52b5c" providerId="ADAL" clId="{11EB4A04-FD83-4602-BD19-BB7FE396ACA8}" dt="2026-04-21T18:55:16.569" v="275" actId="2696"/>
        <pc:sldMkLst>
          <pc:docMk/>
          <pc:sldMk cId="996097249" sldId="268"/>
        </pc:sldMkLst>
      </pc:sldChg>
      <pc:sldChg chg="modSp mod">
        <pc:chgData name="Narayanan, Sankaravel" userId="7640f6e5-6e40-4251-b21e-1a19c0c52b5c" providerId="ADAL" clId="{11EB4A04-FD83-4602-BD19-BB7FE396ACA8}" dt="2026-04-21T18:53:29.988" v="271" actId="20577"/>
        <pc:sldMkLst>
          <pc:docMk/>
          <pc:sldMk cId="818795422" sldId="269"/>
        </pc:sldMkLst>
        <pc:spChg chg="mod">
          <ac:chgData name="Narayanan, Sankaravel" userId="7640f6e5-6e40-4251-b21e-1a19c0c52b5c" providerId="ADAL" clId="{11EB4A04-FD83-4602-BD19-BB7FE396ACA8}" dt="2026-04-21T18:53:29.988" v="271" actId="20577"/>
          <ac:spMkLst>
            <pc:docMk/>
            <pc:sldMk cId="818795422" sldId="269"/>
            <ac:spMk id="3" creationId="{894F3287-1273-4440-6487-01B722F670EA}"/>
          </ac:spMkLst>
        </pc:spChg>
      </pc:sldChg>
      <pc:sldChg chg="addSp delSp modSp mod">
        <pc:chgData name="Narayanan, Sankaravel" userId="7640f6e5-6e40-4251-b21e-1a19c0c52b5c" providerId="ADAL" clId="{11EB4A04-FD83-4602-BD19-BB7FE396ACA8}" dt="2026-04-21T18:29:06.830" v="35" actId="478"/>
        <pc:sldMkLst>
          <pc:docMk/>
          <pc:sldMk cId="3163495968" sldId="274"/>
        </pc:sldMkLst>
        <pc:spChg chg="mod">
          <ac:chgData name="Narayanan, Sankaravel" userId="7640f6e5-6e40-4251-b21e-1a19c0c52b5c" providerId="ADAL" clId="{11EB4A04-FD83-4602-BD19-BB7FE396ACA8}" dt="2026-04-21T18:24:51.643" v="24" actId="20577"/>
          <ac:spMkLst>
            <pc:docMk/>
            <pc:sldMk cId="3163495968" sldId="274"/>
            <ac:spMk id="2" creationId="{952017E3-7FC8-CAFF-0431-E75C8FE0435F}"/>
          </ac:spMkLst>
        </pc:spChg>
        <pc:spChg chg="mod">
          <ac:chgData name="Narayanan, Sankaravel" userId="7640f6e5-6e40-4251-b21e-1a19c0c52b5c" providerId="ADAL" clId="{11EB4A04-FD83-4602-BD19-BB7FE396ACA8}" dt="2026-04-21T18:24:57.953" v="25" actId="5793"/>
          <ac:spMkLst>
            <pc:docMk/>
            <pc:sldMk cId="3163495968" sldId="274"/>
            <ac:spMk id="4" creationId="{EC36B3A3-A4A5-7A4B-00AF-77ED81EA1DDE}"/>
          </ac:spMkLst>
        </pc:spChg>
        <pc:spChg chg="add mod">
          <ac:chgData name="Narayanan, Sankaravel" userId="7640f6e5-6e40-4251-b21e-1a19c0c52b5c" providerId="ADAL" clId="{11EB4A04-FD83-4602-BD19-BB7FE396ACA8}" dt="2026-04-21T18:27:53.860" v="28" actId="1076"/>
          <ac:spMkLst>
            <pc:docMk/>
            <pc:sldMk cId="3163495968" sldId="274"/>
            <ac:spMk id="5" creationId="{719EFD3C-A9D9-A87E-A567-969A67EF9D0C}"/>
          </ac:spMkLst>
        </pc:spChg>
        <pc:spChg chg="del mod">
          <ac:chgData name="Narayanan, Sankaravel" userId="7640f6e5-6e40-4251-b21e-1a19c0c52b5c" providerId="ADAL" clId="{11EB4A04-FD83-4602-BD19-BB7FE396ACA8}" dt="2026-04-21T18:25:01.797" v="26" actId="478"/>
          <ac:spMkLst>
            <pc:docMk/>
            <pc:sldMk cId="3163495968" sldId="274"/>
            <ac:spMk id="6" creationId="{20CFC6C2-1056-FF81-C8F4-16E2BD743DA7}"/>
          </ac:spMkLst>
        </pc:spChg>
        <pc:spChg chg="add mod">
          <ac:chgData name="Narayanan, Sankaravel" userId="7640f6e5-6e40-4251-b21e-1a19c0c52b5c" providerId="ADAL" clId="{11EB4A04-FD83-4602-BD19-BB7FE396ACA8}" dt="2026-04-21T18:28:51.870" v="33" actId="14100"/>
          <ac:spMkLst>
            <pc:docMk/>
            <pc:sldMk cId="3163495968" sldId="274"/>
            <ac:spMk id="9" creationId="{1B297C04-DFA0-F9A9-971F-31A887E6EC04}"/>
          </ac:spMkLst>
        </pc:spChg>
        <pc:picChg chg="mod">
          <ac:chgData name="Narayanan, Sankaravel" userId="7640f6e5-6e40-4251-b21e-1a19c0c52b5c" providerId="ADAL" clId="{11EB4A04-FD83-4602-BD19-BB7FE396ACA8}" dt="2026-04-21T18:28:03.671" v="30" actId="1076"/>
          <ac:picMkLst>
            <pc:docMk/>
            <pc:sldMk cId="3163495968" sldId="274"/>
            <ac:picMk id="8" creationId="{63403CA1-8356-4109-C7F6-98F76066415A}"/>
          </ac:picMkLst>
        </pc:picChg>
        <pc:picChg chg="del mod">
          <ac:chgData name="Narayanan, Sankaravel" userId="7640f6e5-6e40-4251-b21e-1a19c0c52b5c" providerId="ADAL" clId="{11EB4A04-FD83-4602-BD19-BB7FE396ACA8}" dt="2026-04-21T18:29:06.830" v="35" actId="478"/>
          <ac:picMkLst>
            <pc:docMk/>
            <pc:sldMk cId="3163495968" sldId="274"/>
            <ac:picMk id="10" creationId="{B26BD3DF-63D6-F1D3-1EFE-CE960A3D4F47}"/>
          </ac:picMkLst>
        </pc:picChg>
      </pc:sldChg>
      <pc:sldChg chg="addSp delSp modSp mod">
        <pc:chgData name="Narayanan, Sankaravel" userId="7640f6e5-6e40-4251-b21e-1a19c0c52b5c" providerId="ADAL" clId="{11EB4A04-FD83-4602-BD19-BB7FE396ACA8}" dt="2026-04-21T18:36:55.134" v="121" actId="1076"/>
        <pc:sldMkLst>
          <pc:docMk/>
          <pc:sldMk cId="1803252230" sldId="275"/>
        </pc:sldMkLst>
        <pc:spChg chg="mod">
          <ac:chgData name="Narayanan, Sankaravel" userId="7640f6e5-6e40-4251-b21e-1a19c0c52b5c" providerId="ADAL" clId="{11EB4A04-FD83-4602-BD19-BB7FE396ACA8}" dt="2026-04-21T18:35:33.899" v="114" actId="20577"/>
          <ac:spMkLst>
            <pc:docMk/>
            <pc:sldMk cId="1803252230" sldId="275"/>
            <ac:spMk id="2" creationId="{CE08A549-1927-0F6C-0E41-58055B467A68}"/>
          </ac:spMkLst>
        </pc:spChg>
        <pc:spChg chg="del mod">
          <ac:chgData name="Narayanan, Sankaravel" userId="7640f6e5-6e40-4251-b21e-1a19c0c52b5c" providerId="ADAL" clId="{11EB4A04-FD83-4602-BD19-BB7FE396ACA8}" dt="2026-04-21T18:35:37.731" v="115" actId="478"/>
          <ac:spMkLst>
            <pc:docMk/>
            <pc:sldMk cId="1803252230" sldId="275"/>
            <ac:spMk id="5" creationId="{7A806518-0217-EA21-FDEE-AD21FDFDFBEF}"/>
          </ac:spMkLst>
        </pc:spChg>
        <pc:spChg chg="add mod">
          <ac:chgData name="Narayanan, Sankaravel" userId="7640f6e5-6e40-4251-b21e-1a19c0c52b5c" providerId="ADAL" clId="{11EB4A04-FD83-4602-BD19-BB7FE396ACA8}" dt="2026-04-21T18:36:29.867" v="119" actId="1076"/>
          <ac:spMkLst>
            <pc:docMk/>
            <pc:sldMk cId="1803252230" sldId="275"/>
            <ac:spMk id="6" creationId="{E52B477A-4B53-0EB4-C471-761500F027C3}"/>
          </ac:spMkLst>
        </pc:spChg>
        <pc:spChg chg="add mod">
          <ac:chgData name="Narayanan, Sankaravel" userId="7640f6e5-6e40-4251-b21e-1a19c0c52b5c" providerId="ADAL" clId="{11EB4A04-FD83-4602-BD19-BB7FE396ACA8}" dt="2026-04-21T18:36:55.134" v="121" actId="1076"/>
          <ac:spMkLst>
            <pc:docMk/>
            <pc:sldMk cId="1803252230" sldId="275"/>
            <ac:spMk id="9" creationId="{A8FB2B05-5C2D-5F81-791A-6DAF32432E9C}"/>
          </ac:spMkLst>
        </pc:spChg>
        <pc:picChg chg="mod">
          <ac:chgData name="Narayanan, Sankaravel" userId="7640f6e5-6e40-4251-b21e-1a19c0c52b5c" providerId="ADAL" clId="{11EB4A04-FD83-4602-BD19-BB7FE396ACA8}" dt="2026-04-21T18:36:18.432" v="118" actId="1076"/>
          <ac:picMkLst>
            <pc:docMk/>
            <pc:sldMk cId="1803252230" sldId="275"/>
            <ac:picMk id="7" creationId="{8B41A9A3-9F7C-7454-D647-4F0675433AC0}"/>
          </ac:picMkLst>
        </pc:picChg>
      </pc:sldChg>
      <pc:sldChg chg="del">
        <pc:chgData name="Narayanan, Sankaravel" userId="7640f6e5-6e40-4251-b21e-1a19c0c52b5c" providerId="ADAL" clId="{11EB4A04-FD83-4602-BD19-BB7FE396ACA8}" dt="2026-04-21T18:47:49.093" v="232" actId="2696"/>
        <pc:sldMkLst>
          <pc:docMk/>
          <pc:sldMk cId="1840502162" sldId="276"/>
        </pc:sldMkLst>
      </pc:sldChg>
      <pc:sldChg chg="addSp delSp modSp mod">
        <pc:chgData name="Narayanan, Sankaravel" userId="7640f6e5-6e40-4251-b21e-1a19c0c52b5c" providerId="ADAL" clId="{11EB4A04-FD83-4602-BD19-BB7FE396ACA8}" dt="2026-04-21T18:50:24.100" v="258" actId="1076"/>
        <pc:sldMkLst>
          <pc:docMk/>
          <pc:sldMk cId="2955927523" sldId="277"/>
        </pc:sldMkLst>
        <pc:spChg chg="mod">
          <ac:chgData name="Narayanan, Sankaravel" userId="7640f6e5-6e40-4251-b21e-1a19c0c52b5c" providerId="ADAL" clId="{11EB4A04-FD83-4602-BD19-BB7FE396ACA8}" dt="2026-04-21T18:47:28.757" v="230" actId="108"/>
          <ac:spMkLst>
            <pc:docMk/>
            <pc:sldMk cId="2955927523" sldId="277"/>
            <ac:spMk id="2" creationId="{F66A591C-0078-1AE4-7DC3-1D97E3E930BC}"/>
          </ac:spMkLst>
        </pc:spChg>
        <pc:spChg chg="del mod">
          <ac:chgData name="Narayanan, Sankaravel" userId="7640f6e5-6e40-4251-b21e-1a19c0c52b5c" providerId="ADAL" clId="{11EB4A04-FD83-4602-BD19-BB7FE396ACA8}" dt="2026-04-21T18:47:35.172" v="231" actId="478"/>
          <ac:spMkLst>
            <pc:docMk/>
            <pc:sldMk cId="2955927523" sldId="277"/>
            <ac:spMk id="5" creationId="{0F40DB90-14BF-FC4E-5A27-C20D2CCD6B09}"/>
          </ac:spMkLst>
        </pc:spChg>
        <pc:spChg chg="add mod">
          <ac:chgData name="Narayanan, Sankaravel" userId="7640f6e5-6e40-4251-b21e-1a19c0c52b5c" providerId="ADAL" clId="{11EB4A04-FD83-4602-BD19-BB7FE396ACA8}" dt="2026-04-21T18:49:21.650" v="252" actId="1076"/>
          <ac:spMkLst>
            <pc:docMk/>
            <pc:sldMk cId="2955927523" sldId="277"/>
            <ac:spMk id="6" creationId="{EF634E5E-B5A0-DC07-8BE4-467F1DC959BE}"/>
          </ac:spMkLst>
        </pc:spChg>
        <pc:spChg chg="add mod">
          <ac:chgData name="Narayanan, Sankaravel" userId="7640f6e5-6e40-4251-b21e-1a19c0c52b5c" providerId="ADAL" clId="{11EB4A04-FD83-4602-BD19-BB7FE396ACA8}" dt="2026-04-21T18:50:21.399" v="257" actId="14100"/>
          <ac:spMkLst>
            <pc:docMk/>
            <pc:sldMk cId="2955927523" sldId="277"/>
            <ac:spMk id="9" creationId="{0B36ECB8-5137-B86A-6010-959529ECEB91}"/>
          </ac:spMkLst>
        </pc:spChg>
        <pc:picChg chg="mod">
          <ac:chgData name="Narayanan, Sankaravel" userId="7640f6e5-6e40-4251-b21e-1a19c0c52b5c" providerId="ADAL" clId="{11EB4A04-FD83-4602-BD19-BB7FE396ACA8}" dt="2026-04-21T18:50:24.100" v="258" actId="1076"/>
          <ac:picMkLst>
            <pc:docMk/>
            <pc:sldMk cId="2955927523" sldId="277"/>
            <ac:picMk id="7" creationId="{AB4A279D-949C-3DAD-7E21-67EFC25C113C}"/>
          </ac:picMkLst>
        </pc:picChg>
      </pc:sldChg>
      <pc:sldChg chg="addSp delSp modSp mod">
        <pc:chgData name="Narayanan, Sankaravel" userId="7640f6e5-6e40-4251-b21e-1a19c0c52b5c" providerId="ADAL" clId="{11EB4A04-FD83-4602-BD19-BB7FE396ACA8}" dt="2026-04-21T18:41:28.153" v="145" actId="1076"/>
        <pc:sldMkLst>
          <pc:docMk/>
          <pc:sldMk cId="1903248623" sldId="278"/>
        </pc:sldMkLst>
        <pc:spChg chg="mod">
          <ac:chgData name="Narayanan, Sankaravel" userId="7640f6e5-6e40-4251-b21e-1a19c0c52b5c" providerId="ADAL" clId="{11EB4A04-FD83-4602-BD19-BB7FE396ACA8}" dt="2026-04-21T18:39:25.320" v="138" actId="14100"/>
          <ac:spMkLst>
            <pc:docMk/>
            <pc:sldMk cId="1903248623" sldId="278"/>
            <ac:spMk id="2" creationId="{E4516ADB-6FBB-D363-5F0D-D9016FFB6D8A}"/>
          </ac:spMkLst>
        </pc:spChg>
        <pc:spChg chg="del">
          <ac:chgData name="Narayanan, Sankaravel" userId="7640f6e5-6e40-4251-b21e-1a19c0c52b5c" providerId="ADAL" clId="{11EB4A04-FD83-4602-BD19-BB7FE396ACA8}" dt="2026-04-21T18:39:48.824" v="139" actId="478"/>
          <ac:spMkLst>
            <pc:docMk/>
            <pc:sldMk cId="1903248623" sldId="278"/>
            <ac:spMk id="5" creationId="{A135506B-71AB-F52E-B528-3CAE251EE6FC}"/>
          </ac:spMkLst>
        </pc:spChg>
        <pc:spChg chg="add mod">
          <ac:chgData name="Narayanan, Sankaravel" userId="7640f6e5-6e40-4251-b21e-1a19c0c52b5c" providerId="ADAL" clId="{11EB4A04-FD83-4602-BD19-BB7FE396ACA8}" dt="2026-04-21T18:40:46.208" v="143" actId="1076"/>
          <ac:spMkLst>
            <pc:docMk/>
            <pc:sldMk cId="1903248623" sldId="278"/>
            <ac:spMk id="6" creationId="{A0A9117F-6AB3-0325-9E5C-278F11B45C1D}"/>
          </ac:spMkLst>
        </pc:spChg>
        <pc:spChg chg="add mod">
          <ac:chgData name="Narayanan, Sankaravel" userId="7640f6e5-6e40-4251-b21e-1a19c0c52b5c" providerId="ADAL" clId="{11EB4A04-FD83-4602-BD19-BB7FE396ACA8}" dt="2026-04-21T18:41:28.153" v="145" actId="1076"/>
          <ac:spMkLst>
            <pc:docMk/>
            <pc:sldMk cId="1903248623" sldId="278"/>
            <ac:spMk id="9" creationId="{D890523E-911D-0749-91E8-B4600E032E4B}"/>
          </ac:spMkLst>
        </pc:spChg>
        <pc:picChg chg="mod">
          <ac:chgData name="Narayanan, Sankaravel" userId="7640f6e5-6e40-4251-b21e-1a19c0c52b5c" providerId="ADAL" clId="{11EB4A04-FD83-4602-BD19-BB7FE396ACA8}" dt="2026-04-21T18:40:41.819" v="142" actId="1076"/>
          <ac:picMkLst>
            <pc:docMk/>
            <pc:sldMk cId="1903248623" sldId="278"/>
            <ac:picMk id="7" creationId="{34A412B6-02BA-6823-5D29-FB326C7B39D6}"/>
          </ac:picMkLst>
        </pc:picChg>
      </pc:sldChg>
      <pc:sldChg chg="addSp delSp modSp mod">
        <pc:chgData name="Narayanan, Sankaravel" userId="7640f6e5-6e40-4251-b21e-1a19c0c52b5c" providerId="ADAL" clId="{11EB4A04-FD83-4602-BD19-BB7FE396ACA8}" dt="2026-04-21T18:43:17.826" v="175" actId="1076"/>
        <pc:sldMkLst>
          <pc:docMk/>
          <pc:sldMk cId="969019040" sldId="279"/>
        </pc:sldMkLst>
        <pc:spChg chg="mod">
          <ac:chgData name="Narayanan, Sankaravel" userId="7640f6e5-6e40-4251-b21e-1a19c0c52b5c" providerId="ADAL" clId="{11EB4A04-FD83-4602-BD19-BB7FE396ACA8}" dt="2026-04-21T18:42:22.056" v="169" actId="108"/>
          <ac:spMkLst>
            <pc:docMk/>
            <pc:sldMk cId="969019040" sldId="279"/>
            <ac:spMk id="2" creationId="{70B9A30F-0E91-CBCB-4601-64AE2D3844D0}"/>
          </ac:spMkLst>
        </pc:spChg>
        <pc:spChg chg="add mod">
          <ac:chgData name="Narayanan, Sankaravel" userId="7640f6e5-6e40-4251-b21e-1a19c0c52b5c" providerId="ADAL" clId="{11EB4A04-FD83-4602-BD19-BB7FE396ACA8}" dt="2026-04-21T18:41:45.712" v="146"/>
          <ac:spMkLst>
            <pc:docMk/>
            <pc:sldMk cId="969019040" sldId="279"/>
            <ac:spMk id="3" creationId="{58A1955C-6E58-392C-4A15-F246A63B0DB7}"/>
          </ac:spMkLst>
        </pc:spChg>
        <pc:spChg chg="del">
          <ac:chgData name="Narayanan, Sankaravel" userId="7640f6e5-6e40-4251-b21e-1a19c0c52b5c" providerId="ADAL" clId="{11EB4A04-FD83-4602-BD19-BB7FE396ACA8}" dt="2026-04-21T18:42:28.872" v="170" actId="478"/>
          <ac:spMkLst>
            <pc:docMk/>
            <pc:sldMk cId="969019040" sldId="279"/>
            <ac:spMk id="5" creationId="{0DC3FD80-0EDA-8893-EB38-102C5C0DCEA0}"/>
          </ac:spMkLst>
        </pc:spChg>
        <pc:spChg chg="add mod">
          <ac:chgData name="Narayanan, Sankaravel" userId="7640f6e5-6e40-4251-b21e-1a19c0c52b5c" providerId="ADAL" clId="{11EB4A04-FD83-4602-BD19-BB7FE396ACA8}" dt="2026-04-21T18:41:59.588" v="165"/>
          <ac:spMkLst>
            <pc:docMk/>
            <pc:sldMk cId="969019040" sldId="279"/>
            <ac:spMk id="6" creationId="{6630F5E9-3CA9-A0AC-4595-9B065AC377DF}"/>
          </ac:spMkLst>
        </pc:spChg>
        <pc:spChg chg="add mod">
          <ac:chgData name="Narayanan, Sankaravel" userId="7640f6e5-6e40-4251-b21e-1a19c0c52b5c" providerId="ADAL" clId="{11EB4A04-FD83-4602-BD19-BB7FE396ACA8}" dt="2026-04-21T18:42:04.548" v="166"/>
          <ac:spMkLst>
            <pc:docMk/>
            <pc:sldMk cId="969019040" sldId="279"/>
            <ac:spMk id="8" creationId="{F244A6FA-5A7C-8908-A310-8D244F698EE9}"/>
          </ac:spMkLst>
        </pc:spChg>
        <pc:spChg chg="add mod">
          <ac:chgData name="Narayanan, Sankaravel" userId="7640f6e5-6e40-4251-b21e-1a19c0c52b5c" providerId="ADAL" clId="{11EB4A04-FD83-4602-BD19-BB7FE396ACA8}" dt="2026-04-21T18:42:49.665" v="172" actId="1076"/>
          <ac:spMkLst>
            <pc:docMk/>
            <pc:sldMk cId="969019040" sldId="279"/>
            <ac:spMk id="10" creationId="{67945557-8B3E-BEE6-8B63-3144F311FA2D}"/>
          </ac:spMkLst>
        </pc:spChg>
        <pc:spChg chg="add mod">
          <ac:chgData name="Narayanan, Sankaravel" userId="7640f6e5-6e40-4251-b21e-1a19c0c52b5c" providerId="ADAL" clId="{11EB4A04-FD83-4602-BD19-BB7FE396ACA8}" dt="2026-04-21T18:43:17.826" v="175" actId="1076"/>
          <ac:spMkLst>
            <pc:docMk/>
            <pc:sldMk cId="969019040" sldId="279"/>
            <ac:spMk id="12" creationId="{A91B1DE0-8B7C-9CA2-428F-0027B67FC42C}"/>
          </ac:spMkLst>
        </pc:spChg>
        <pc:picChg chg="mod">
          <ac:chgData name="Narayanan, Sankaravel" userId="7640f6e5-6e40-4251-b21e-1a19c0c52b5c" providerId="ADAL" clId="{11EB4A04-FD83-4602-BD19-BB7FE396ACA8}" dt="2026-04-21T18:42:54.726" v="173" actId="14100"/>
          <ac:picMkLst>
            <pc:docMk/>
            <pc:sldMk cId="969019040" sldId="279"/>
            <ac:picMk id="7" creationId="{9E9D944C-6083-7148-9B7F-68560819687F}"/>
          </ac:picMkLst>
        </pc:picChg>
      </pc:sldChg>
      <pc:sldChg chg="addSp delSp modSp mod">
        <pc:chgData name="Narayanan, Sankaravel" userId="7640f6e5-6e40-4251-b21e-1a19c0c52b5c" providerId="ADAL" clId="{11EB4A04-FD83-4602-BD19-BB7FE396ACA8}" dt="2026-04-21T18:46:35.302" v="214" actId="14100"/>
        <pc:sldMkLst>
          <pc:docMk/>
          <pc:sldMk cId="1044313172" sldId="280"/>
        </pc:sldMkLst>
        <pc:spChg chg="mod">
          <ac:chgData name="Narayanan, Sankaravel" userId="7640f6e5-6e40-4251-b21e-1a19c0c52b5c" providerId="ADAL" clId="{11EB4A04-FD83-4602-BD19-BB7FE396ACA8}" dt="2026-04-21T18:44:22.767" v="207" actId="20577"/>
          <ac:spMkLst>
            <pc:docMk/>
            <pc:sldMk cId="1044313172" sldId="280"/>
            <ac:spMk id="2" creationId="{4FAC6C4C-5CDC-65EB-9E11-6C82E3D9AB58}"/>
          </ac:spMkLst>
        </pc:spChg>
        <pc:spChg chg="del mod">
          <ac:chgData name="Narayanan, Sankaravel" userId="7640f6e5-6e40-4251-b21e-1a19c0c52b5c" providerId="ADAL" clId="{11EB4A04-FD83-4602-BD19-BB7FE396ACA8}" dt="2026-04-21T18:44:52.069" v="208" actId="478"/>
          <ac:spMkLst>
            <pc:docMk/>
            <pc:sldMk cId="1044313172" sldId="280"/>
            <ac:spMk id="5" creationId="{E1363CF2-DB50-363C-E747-3EBE4ADFDAF2}"/>
          </ac:spMkLst>
        </pc:spChg>
        <pc:spChg chg="add mod">
          <ac:chgData name="Narayanan, Sankaravel" userId="7640f6e5-6e40-4251-b21e-1a19c0c52b5c" providerId="ADAL" clId="{11EB4A04-FD83-4602-BD19-BB7FE396ACA8}" dt="2026-04-21T18:44:57.312" v="210" actId="1076"/>
          <ac:spMkLst>
            <pc:docMk/>
            <pc:sldMk cId="1044313172" sldId="280"/>
            <ac:spMk id="6" creationId="{3676C3FE-0BEB-4C3E-50F7-0E9C8F602C3E}"/>
          </ac:spMkLst>
        </pc:spChg>
        <pc:spChg chg="add mod">
          <ac:chgData name="Narayanan, Sankaravel" userId="7640f6e5-6e40-4251-b21e-1a19c0c52b5c" providerId="ADAL" clId="{11EB4A04-FD83-4602-BD19-BB7FE396ACA8}" dt="2026-04-21T18:46:35.302" v="214" actId="14100"/>
          <ac:spMkLst>
            <pc:docMk/>
            <pc:sldMk cId="1044313172" sldId="280"/>
            <ac:spMk id="9" creationId="{56A7A627-3F69-0D34-00C5-2DFFD49A9FD1}"/>
          </ac:spMkLst>
        </pc:spChg>
        <pc:picChg chg="mod">
          <ac:chgData name="Narayanan, Sankaravel" userId="7640f6e5-6e40-4251-b21e-1a19c0c52b5c" providerId="ADAL" clId="{11EB4A04-FD83-4602-BD19-BB7FE396ACA8}" dt="2026-04-21T18:45:07.957" v="211" actId="1076"/>
          <ac:picMkLst>
            <pc:docMk/>
            <pc:sldMk cId="1044313172" sldId="280"/>
            <ac:picMk id="7" creationId="{316EC553-8D47-DB03-58D1-10F63CB76CF8}"/>
          </ac:picMkLst>
        </pc:picChg>
      </pc:sldChg>
      <pc:sldChg chg="modSp mod">
        <pc:chgData name="Narayanan, Sankaravel" userId="7640f6e5-6e40-4251-b21e-1a19c0c52b5c" providerId="ADAL" clId="{11EB4A04-FD83-4602-BD19-BB7FE396ACA8}" dt="2026-04-21T18:54:58.058" v="274" actId="1076"/>
        <pc:sldMkLst>
          <pc:docMk/>
          <pc:sldMk cId="1338712265" sldId="281"/>
        </pc:sldMkLst>
        <pc:spChg chg="mod">
          <ac:chgData name="Narayanan, Sankaravel" userId="7640f6e5-6e40-4251-b21e-1a19c0c52b5c" providerId="ADAL" clId="{11EB4A04-FD83-4602-BD19-BB7FE396ACA8}" dt="2026-04-21T18:54:58.058" v="274" actId="1076"/>
          <ac:spMkLst>
            <pc:docMk/>
            <pc:sldMk cId="1338712265" sldId="281"/>
            <ac:spMk id="2" creationId="{8D635A8A-F541-6CCF-BB93-4E6B03565B4A}"/>
          </ac:spMkLst>
        </pc:spChg>
      </pc:sldChg>
      <pc:sldChg chg="modSp mod">
        <pc:chgData name="Narayanan, Sankaravel" userId="7640f6e5-6e40-4251-b21e-1a19c0c52b5c" providerId="ADAL" clId="{11EB4A04-FD83-4602-BD19-BB7FE396ACA8}" dt="2026-04-21T18:57:19.689" v="324" actId="5793"/>
        <pc:sldMkLst>
          <pc:docMk/>
          <pc:sldMk cId="1865844395" sldId="282"/>
        </pc:sldMkLst>
        <pc:spChg chg="mod">
          <ac:chgData name="Narayanan, Sankaravel" userId="7640f6e5-6e40-4251-b21e-1a19c0c52b5c" providerId="ADAL" clId="{11EB4A04-FD83-4602-BD19-BB7FE396ACA8}" dt="2026-04-21T18:56:59.107" v="317" actId="20577"/>
          <ac:spMkLst>
            <pc:docMk/>
            <pc:sldMk cId="1865844395" sldId="282"/>
            <ac:spMk id="2" creationId="{9A60A5A3-F316-5535-E837-A06B30549A2F}"/>
          </ac:spMkLst>
        </pc:spChg>
        <pc:spChg chg="mod">
          <ac:chgData name="Narayanan, Sankaravel" userId="7640f6e5-6e40-4251-b21e-1a19c0c52b5c" providerId="ADAL" clId="{11EB4A04-FD83-4602-BD19-BB7FE396ACA8}" dt="2026-04-21T18:57:19.689" v="324" actId="5793"/>
          <ac:spMkLst>
            <pc:docMk/>
            <pc:sldMk cId="1865844395" sldId="282"/>
            <ac:spMk id="3" creationId="{3F9A0399-D0C3-026D-9B80-5E4106461317}"/>
          </ac:spMkLst>
        </pc:spChg>
      </pc:sldChg>
      <pc:sldChg chg="addSp delSp modSp add mod">
        <pc:chgData name="Narayanan, Sankaravel" userId="7640f6e5-6e40-4251-b21e-1a19c0c52b5c" providerId="ADAL" clId="{11EB4A04-FD83-4602-BD19-BB7FE396ACA8}" dt="2026-04-21T18:34:00.218" v="58" actId="20577"/>
        <pc:sldMkLst>
          <pc:docMk/>
          <pc:sldMk cId="2543298831" sldId="283"/>
        </pc:sldMkLst>
        <pc:spChg chg="mod">
          <ac:chgData name="Narayanan, Sankaravel" userId="7640f6e5-6e40-4251-b21e-1a19c0c52b5c" providerId="ADAL" clId="{11EB4A04-FD83-4602-BD19-BB7FE396ACA8}" dt="2026-04-21T18:31:07.347" v="47" actId="27636"/>
          <ac:spMkLst>
            <pc:docMk/>
            <pc:sldMk cId="2543298831" sldId="283"/>
            <ac:spMk id="2" creationId="{05AF64ED-0ECA-B6C4-CE5A-FBDC22A6A4C5}"/>
          </ac:spMkLst>
        </pc:spChg>
        <pc:spChg chg="mod">
          <ac:chgData name="Narayanan, Sankaravel" userId="7640f6e5-6e40-4251-b21e-1a19c0c52b5c" providerId="ADAL" clId="{11EB4A04-FD83-4602-BD19-BB7FE396ACA8}" dt="2026-04-21T18:31:09.439" v="48" actId="108"/>
          <ac:spMkLst>
            <pc:docMk/>
            <pc:sldMk cId="2543298831" sldId="283"/>
            <ac:spMk id="4" creationId="{E8C501B6-0AF1-A980-E855-2D794A598C82}"/>
          </ac:spMkLst>
        </pc:spChg>
        <pc:spChg chg="del mod">
          <ac:chgData name="Narayanan, Sankaravel" userId="7640f6e5-6e40-4251-b21e-1a19c0c52b5c" providerId="ADAL" clId="{11EB4A04-FD83-4602-BD19-BB7FE396ACA8}" dt="2026-04-21T18:31:22.774" v="50"/>
          <ac:spMkLst>
            <pc:docMk/>
            <pc:sldMk cId="2543298831" sldId="283"/>
            <ac:spMk id="5" creationId="{06565BC7-0948-5EA4-E10F-60D514D0209D}"/>
          </ac:spMkLst>
        </pc:spChg>
        <pc:spChg chg="add mod">
          <ac:chgData name="Narayanan, Sankaravel" userId="7640f6e5-6e40-4251-b21e-1a19c0c52b5c" providerId="ADAL" clId="{11EB4A04-FD83-4602-BD19-BB7FE396ACA8}" dt="2026-04-21T18:34:00.218" v="58" actId="20577"/>
          <ac:spMkLst>
            <pc:docMk/>
            <pc:sldMk cId="2543298831" sldId="283"/>
            <ac:spMk id="6" creationId="{09A0CC26-65E2-51A9-5FE9-2564A7E1652B}"/>
          </ac:spMkLst>
        </pc:spChg>
        <pc:spChg chg="mod">
          <ac:chgData name="Narayanan, Sankaravel" userId="7640f6e5-6e40-4251-b21e-1a19c0c52b5c" providerId="ADAL" clId="{11EB4A04-FD83-4602-BD19-BB7FE396ACA8}" dt="2026-04-21T18:32:47.399" v="54" actId="1076"/>
          <ac:spMkLst>
            <pc:docMk/>
            <pc:sldMk cId="2543298831" sldId="283"/>
            <ac:spMk id="9" creationId="{907805AC-5297-379B-AB4E-68F4EFDA551D}"/>
          </ac:spMkLst>
        </pc:spChg>
        <pc:picChg chg="del">
          <ac:chgData name="Narayanan, Sankaravel" userId="7640f6e5-6e40-4251-b21e-1a19c0c52b5c" providerId="ADAL" clId="{11EB4A04-FD83-4602-BD19-BB7FE396ACA8}" dt="2026-04-21T18:29:10.841" v="36" actId="478"/>
          <ac:picMkLst>
            <pc:docMk/>
            <pc:sldMk cId="2543298831" sldId="283"/>
            <ac:picMk id="8" creationId="{1A1291B7-F2A3-9BBD-6A1B-A2884DEFE053}"/>
          </ac:picMkLst>
        </pc:picChg>
        <pc:picChg chg="mod">
          <ac:chgData name="Narayanan, Sankaravel" userId="7640f6e5-6e40-4251-b21e-1a19c0c52b5c" providerId="ADAL" clId="{11EB4A04-FD83-4602-BD19-BB7FE396ACA8}" dt="2026-04-21T18:30:31.066" v="38" actId="1076"/>
          <ac:picMkLst>
            <pc:docMk/>
            <pc:sldMk cId="2543298831" sldId="283"/>
            <ac:picMk id="10" creationId="{4F98A18F-A626-812D-BE2C-2F528085457E}"/>
          </ac:picMkLst>
        </pc:picChg>
      </pc:sldChg>
      <pc:sldChg chg="delSp add del setBg delDesignElem">
        <pc:chgData name="Narayanan, Sankaravel" userId="7640f6e5-6e40-4251-b21e-1a19c0c52b5c" providerId="ADAL" clId="{11EB4A04-FD83-4602-BD19-BB7FE396ACA8}" dt="2026-04-21T18:54:07.709" v="272" actId="2696"/>
        <pc:sldMkLst>
          <pc:docMk/>
          <pc:sldMk cId="3150664616" sldId="284"/>
        </pc:sldMkLst>
        <pc:spChg chg="del">
          <ac:chgData name="Narayanan, Sankaravel" userId="7640f6e5-6e40-4251-b21e-1a19c0c52b5c" providerId="ADAL" clId="{11EB4A04-FD83-4602-BD19-BB7FE396ACA8}" dt="2026-04-21T18:52:17.860" v="266"/>
          <ac:spMkLst>
            <pc:docMk/>
            <pc:sldMk cId="3150664616" sldId="284"/>
            <ac:spMk id="31" creationId="{EC1B3EDD-DC52-4CDD-BEEF-4E17D9627DB3}"/>
          </ac:spMkLst>
        </pc:spChg>
        <pc:spChg chg="del">
          <ac:chgData name="Narayanan, Sankaravel" userId="7640f6e5-6e40-4251-b21e-1a19c0c52b5c" providerId="ADAL" clId="{11EB4A04-FD83-4602-BD19-BB7FE396ACA8}" dt="2026-04-21T18:52:17.860" v="266"/>
          <ac:spMkLst>
            <pc:docMk/>
            <pc:sldMk cId="3150664616" sldId="284"/>
            <ac:spMk id="32" creationId="{B5F2D76C-61D0-5842-C40F-F0F8441370B5}"/>
          </ac:spMkLst>
        </pc:spChg>
        <pc:spChg chg="del">
          <ac:chgData name="Narayanan, Sankaravel" userId="7640f6e5-6e40-4251-b21e-1a19c0c52b5c" providerId="ADAL" clId="{11EB4A04-FD83-4602-BD19-BB7FE396ACA8}" dt="2026-04-21T18:52:17.860" v="266"/>
          <ac:spMkLst>
            <pc:docMk/>
            <pc:sldMk cId="3150664616" sldId="284"/>
            <ac:spMk id="33" creationId="{53A3BC33-F379-C8CF-9355-4569BD1E5550}"/>
          </ac:spMkLst>
        </pc:spChg>
        <pc:spChg chg="del">
          <ac:chgData name="Narayanan, Sankaravel" userId="7640f6e5-6e40-4251-b21e-1a19c0c52b5c" providerId="ADAL" clId="{11EB4A04-FD83-4602-BD19-BB7FE396ACA8}" dt="2026-04-21T18:52:17.860" v="266"/>
          <ac:spMkLst>
            <pc:docMk/>
            <pc:sldMk cId="3150664616" sldId="284"/>
            <ac:spMk id="34" creationId="{795D7AE2-25FE-E876-8095-2A468B666612}"/>
          </ac:spMkLst>
        </pc:spChg>
        <pc:spChg chg="del">
          <ac:chgData name="Narayanan, Sankaravel" userId="7640f6e5-6e40-4251-b21e-1a19c0c52b5c" providerId="ADAL" clId="{11EB4A04-FD83-4602-BD19-BB7FE396ACA8}" dt="2026-04-21T18:52:17.860" v="266"/>
          <ac:spMkLst>
            <pc:docMk/>
            <pc:sldMk cId="3150664616" sldId="284"/>
            <ac:spMk id="35" creationId="{31F5DAEF-900B-9324-B586-9CBFE60F91B6}"/>
          </ac:spMkLst>
        </pc:spChg>
        <pc:spChg chg="del">
          <ac:chgData name="Narayanan, Sankaravel" userId="7640f6e5-6e40-4251-b21e-1a19c0c52b5c" providerId="ADAL" clId="{11EB4A04-FD83-4602-BD19-BB7FE396ACA8}" dt="2026-04-21T18:52:17.860" v="266"/>
          <ac:spMkLst>
            <pc:docMk/>
            <pc:sldMk cId="3150664616" sldId="284"/>
            <ac:spMk id="36" creationId="{E4D2DDA0-48F5-7EED-4E3A-9A27808BE74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0AF76-83D5-4FFA-B2E3-7DB10EC4F48A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1244-9555-403C-9F7C-F214429C4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3319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0AF76-83D5-4FFA-B2E3-7DB10EC4F48A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1244-9555-403C-9F7C-F214429C4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8162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0AF76-83D5-4FFA-B2E3-7DB10EC4F48A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1244-9555-403C-9F7C-F214429C4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34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0AF76-83D5-4FFA-B2E3-7DB10EC4F48A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1244-9555-403C-9F7C-F214429C4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943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0AF76-83D5-4FFA-B2E3-7DB10EC4F48A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1244-9555-403C-9F7C-F214429C4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995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0AF76-83D5-4FFA-B2E3-7DB10EC4F48A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1244-9555-403C-9F7C-F214429C4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668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0AF76-83D5-4FFA-B2E3-7DB10EC4F48A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1244-9555-403C-9F7C-F214429C4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6850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0AF76-83D5-4FFA-B2E3-7DB10EC4F48A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1244-9555-403C-9F7C-F214429C4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7387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0AF76-83D5-4FFA-B2E3-7DB10EC4F48A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1244-9555-403C-9F7C-F214429C4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2739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0AF76-83D5-4FFA-B2E3-7DB10EC4F48A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1244-9555-403C-9F7C-F214429C4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3021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0AF76-83D5-4FFA-B2E3-7DB10EC4F48A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11244-9555-403C-9F7C-F214429C40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199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gradient">
    <p:bg>
      <p:bgPr>
        <a:gradFill flip="none" rotWithShape="1">
          <a:gsLst>
            <a:gs pos="0">
              <a:srgbClr val="2C3A87"/>
            </a:gs>
            <a:gs pos="100000">
              <a:srgbClr val="0061C7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18D205A-8809-2B44-AB1E-71C85A49D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1901" r="51901"/>
          <a:stretch/>
        </p:blipFill>
        <p:spPr>
          <a:xfrm>
            <a:off x="0" y="3559372"/>
            <a:ext cx="5864225" cy="3298627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16919" y="1014324"/>
            <a:ext cx="7452781" cy="6480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5000"/>
              </a:lnSpc>
              <a:spcBef>
                <a:spcPts val="0"/>
              </a:spcBef>
              <a:buNone/>
              <a:defRPr sz="42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Subtitle 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E86256FE-A010-8049-BA28-23A473D0CF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5667" y="6255021"/>
            <a:ext cx="943304" cy="15819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ts val="1400"/>
              </a:lnSpc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F0D3A0D-17BE-9C4C-8AD5-B74C7DF6087A}" type="datetime1">
              <a:rPr lang="en-GB" smtClean="0"/>
              <a:t>22/06/2026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9C0DADB-841E-9B4F-944B-99B077148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6919" y="374043"/>
            <a:ext cx="7452052" cy="648000"/>
          </a:xfrm>
        </p:spPr>
        <p:txBody>
          <a:bodyPr/>
          <a:lstStyle>
            <a:lvl1pPr>
              <a:lnSpc>
                <a:spcPts val="5000"/>
              </a:lnSpc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264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28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E0AF76-83D5-4FFA-B2E3-7DB10EC4F48A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B11244-9555-403C-9F7C-F214429C4060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E204C9-6478-81AD-29C1-42E2B410125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5969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900">
                <a:solidFill>
                  <a:srgbClr val="0078D7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813936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mailto:srijith.s@sc.com" TargetMode="External"/><Relationship Id="rId3" Type="http://schemas.openxmlformats.org/officeDocument/2006/relationships/hyperlink" Target="mailto:mohammed.owaise@sc.com" TargetMode="External"/><Relationship Id="rId7" Type="http://schemas.openxmlformats.org/officeDocument/2006/relationships/hyperlink" Target="mailto:AnilSuman.V1@sc.com" TargetMode="External"/><Relationship Id="rId2" Type="http://schemas.openxmlformats.org/officeDocument/2006/relationships/hyperlink" Target="mailto:Martin.Ivan@sc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Kunal.Choudhary@sc.com" TargetMode="External"/><Relationship Id="rId5" Type="http://schemas.openxmlformats.org/officeDocument/2006/relationships/hyperlink" Target="mailto:Rajasekaran.Selvam@sc.com" TargetMode="External"/><Relationship Id="rId4" Type="http://schemas.openxmlformats.org/officeDocument/2006/relationships/hyperlink" Target="mailto:Bithiralla.NandiswarReddy@sc.com" TargetMode="External"/><Relationship Id="rId9" Type="http://schemas.openxmlformats.org/officeDocument/2006/relationships/hyperlink" Target="mailto:Marketing-Automation-Support@sc.com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6FFE7-0562-F949-9205-F79D1FECE92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177B5B7-BE97-5441-80D9-66A93A4AD396}" type="datetime1">
              <a:rPr lang="en-GB" smtClean="0"/>
              <a:t>22/06/2026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6E735C5-4D76-455C-BA7D-8163F25D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29" y="1850570"/>
            <a:ext cx="11287974" cy="218802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Adobe PE SERVICE MANAGEMENT REVIEW </a:t>
            </a:r>
            <a:br>
              <a:rPr lang="en-US" dirty="0"/>
            </a:br>
            <a:r>
              <a:rPr lang="en-US" sz="2000" dirty="0"/>
              <a:t>Q1 2026</a:t>
            </a:r>
          </a:p>
        </p:txBody>
      </p:sp>
    </p:spTree>
    <p:extLst>
      <p:ext uri="{BB962C8B-B14F-4D97-AF65-F5344CB8AC3E}">
        <p14:creationId xmlns:p14="http://schemas.microsoft.com/office/powerpoint/2010/main" val="298196615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F9393-FE25-B750-B80A-645A767C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Agenda</a:t>
            </a:r>
            <a:endParaRPr lang="en-GB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312DB-0CA2-A3D3-5165-BD54F8B11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1600" b="1" u="sng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Discussion Items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 from Previous Quarter(Q4 2025)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 team contributions in Q1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challenges &amp; Q2 Focus areas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Feedback &amp; Next steps</a:t>
            </a:r>
          </a:p>
          <a:p>
            <a:pPr marL="0" indent="0">
              <a:buNone/>
            </a:pPr>
            <a:endParaRPr lang="en-US" sz="12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272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B3299C-ED89-93D7-0357-BC7DD4C5F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Challenges as of Previous quarter</a:t>
            </a:r>
            <a:endParaRPr lang="en-GB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5A8B9-A4BD-6E3A-06AD-865A8E731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7143551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Challenges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capacity optimization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ACM high DB utilization(80),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risk of storage constraints and performance impact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ACM –  Absence of structured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analysis framework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Limited monitor coverage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ACM –  RTIM batch rejects  –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of alerting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ACM – New market onboarding (TW,UAE) , 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monitoring coverage gaps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ACM – Bounce rate and delivery metrics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Work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ACM - (Prospect)Active Profile Volume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ACM - HK SMS auto reply Keywords update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CDP - License usage metrics (under review)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CDP – Health check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WorkFront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Health Check(under review)</a:t>
            </a:r>
          </a:p>
          <a:p>
            <a:pPr marL="0" indent="0">
              <a:buNone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048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5CDCAB-FC21-E518-EAF5-ADAD8E661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77D3EBE-7538-09D0-DC3F-29B3C2465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E1F62C-BE51-4F8C-4066-BC7851F75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FACB75-6F2F-9507-DF1D-763FB49D9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442F25-B77D-5E06-FDEE-ED548C7BF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BB5F81-CC0B-00DB-685A-C42CE2F4B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028324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capacity optimization-DB Shrink</a:t>
            </a:r>
            <a:endParaRPr lang="en-US" sz="3700" dirty="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CF06F9-3216-A7DD-395F-9F80EFDF6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772" y="1822349"/>
            <a:ext cx="10313598" cy="80734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shrink by moving archive data from Postgres to snowflake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Eliminate monthly DB vacuum activity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47B9F6-342A-BA6F-B39A-43EF2169D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11" y="3022873"/>
            <a:ext cx="11628646" cy="262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535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6AED4-4DBF-5526-DB14-8AA6D6B61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C34D6CC-85CC-E5DE-7345-B84CB7E80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BA0498-D83B-8BB7-1EF0-C877789A69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F5FF44-767D-9EF4-4F65-8A35DFDCB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D0BCD1-7950-9438-CD75-58D3EA46F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5BBC7B-E9C9-95E8-12AA-742A4ABC3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028324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capacity optimization-Capacity Review</a:t>
            </a:r>
            <a:endParaRPr lang="en-US" sz="3700" dirty="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6B7BCB-41DF-4451-857A-DC724B83A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710" y="1617817"/>
            <a:ext cx="10313598" cy="80734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Introduced structured capacity review covering DB size, table bloat, SFTP usage , workflow concurrency, delivery volume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etc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2A3CFE-C2CB-6D49-DFBA-E34C398DA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13" y="2594006"/>
            <a:ext cx="2753905" cy="38807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B1E38A-34B7-E6B5-72E1-2B4458961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620" y="2344363"/>
            <a:ext cx="5383023" cy="15489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8F7C54-76D7-2474-AA92-C2918E171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428" y="3779064"/>
            <a:ext cx="3776900" cy="295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524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FFD87-306D-E6BF-E79B-31D7E0FEF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34EED7A-53E8-D00E-0564-9E4765CD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7585C2-3E3D-1068-2D8B-D4718A28A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D35210-0E96-C146-F619-206FD7E42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E7721B-6DAF-C4F5-9ADC-167C6259A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7E46FD-FA54-2B03-5F6B-4C9E61E52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028324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3700" dirty="0">
                <a:solidFill>
                  <a:srgbClr val="FFFFFF"/>
                </a:solidFill>
              </a:rPr>
              <a:t>System Stability - Batch</a:t>
            </a:r>
            <a:r>
              <a:rPr lang="en-GB" sz="4000" dirty="0">
                <a:solidFill>
                  <a:schemeClr val="dk1"/>
                </a:solidFill>
              </a:rPr>
              <a:t> </a:t>
            </a:r>
            <a:r>
              <a:rPr lang="en-GB" sz="3700" dirty="0">
                <a:solidFill>
                  <a:srgbClr val="FFFFFF"/>
                </a:solidFill>
              </a:rPr>
              <a:t>Scheduler</a:t>
            </a:r>
            <a:r>
              <a:rPr lang="en-GB" sz="4000" dirty="0">
                <a:solidFill>
                  <a:schemeClr val="dk1"/>
                </a:solidFill>
              </a:rPr>
              <a:t> </a:t>
            </a:r>
            <a:r>
              <a:rPr lang="en-GB" sz="3700" dirty="0">
                <a:solidFill>
                  <a:srgbClr val="FFFFFF"/>
                </a:solidFill>
              </a:rPr>
              <a:t>Heatmap</a:t>
            </a:r>
            <a:r>
              <a:rPr lang="en-GB" sz="4000" dirty="0">
                <a:solidFill>
                  <a:schemeClr val="dk1"/>
                </a:solidFill>
              </a:rPr>
              <a:t> </a:t>
            </a:r>
            <a:r>
              <a:rPr lang="en-GB" sz="3700" dirty="0">
                <a:solidFill>
                  <a:srgbClr val="FFFFFF"/>
                </a:solidFill>
              </a:rPr>
              <a:t>extension</a:t>
            </a:r>
            <a:endParaRPr lang="en-US" sz="3700" dirty="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F2091-D3E2-18B1-F184-C1A168CF0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2153"/>
            <a:ext cx="10515600" cy="3594809"/>
          </a:xfrm>
        </p:spPr>
        <p:txBody>
          <a:bodyPr/>
          <a:lstStyle/>
          <a:p>
            <a:pPr marL="0" indent="0">
              <a:buNone/>
            </a:pPr>
            <a:endParaRPr lang="en-GB" b="1" dirty="0">
              <a:solidFill>
                <a:schemeClr val="dk1"/>
              </a:solidFill>
            </a:endParaRPr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A066ED-E578-2624-33B6-11A46199ED74}"/>
              </a:ext>
            </a:extLst>
          </p:cNvPr>
          <p:cNvSpPr txBox="1"/>
          <p:nvPr/>
        </p:nvSpPr>
        <p:spPr>
          <a:xfrm>
            <a:off x="492597" y="1705549"/>
            <a:ext cx="72451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Extended scheduler visibility to 24 hours from 12 hours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Direct insight of workload distribution across the day</a:t>
            </a:r>
            <a:endParaRPr lang="en-GB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55F37E0-2846-8F42-EC6C-075D318FF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76" y="2561842"/>
            <a:ext cx="3943810" cy="37654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5BBB511-8D21-6B4D-8308-CBFD1E0D5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357" y="3266259"/>
            <a:ext cx="4412362" cy="262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140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E77141-D36E-57BD-DDFE-DEABA60FE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D34A55-1FBE-73EE-7A96-8CEEED0F2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30EC78-0C61-5F56-C2A6-0D9149B1E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239FA6-9736-7103-4371-B74CD2AE0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E5C43A-975F-A516-62BF-A0C78818C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C6C4C-5CDC-65EB-9E11-6C82E3D9A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028324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Monitoring  - </a:t>
            </a:r>
            <a:r>
              <a:rPr lang="en-GB" sz="3700" dirty="0">
                <a:solidFill>
                  <a:srgbClr val="FFFFFF"/>
                </a:solidFill>
              </a:rPr>
              <a:t>PEGA File data loading reject alert</a:t>
            </a:r>
            <a:endParaRPr lang="en-US" sz="3700" dirty="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AEF4B-2418-08FA-E2DE-127B33411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76C3FE-0BEB-4C3E-50F7-0E9C8F602C3E}"/>
              </a:ext>
            </a:extLst>
          </p:cNvPr>
          <p:cNvSpPr txBox="1"/>
          <p:nvPr/>
        </p:nvSpPr>
        <p:spPr>
          <a:xfrm>
            <a:off x="510288" y="1655276"/>
            <a:ext cx="88544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PEGA file  import failures and rejected records Monitor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Reduce risk of missed campaign executions due to data load failures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557882-8688-5B9D-B8C8-2FEAE9B3D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53162"/>
            <a:ext cx="9594411" cy="30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313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4ED787-0CAD-1E11-D2A2-35ECC88DF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31ED74D-7AF1-D493-A87C-E367878F0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3412AE-73A7-70C4-EDEE-97534215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6827F2-EC0F-B247-22AF-7788CB158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FF3AFE-1439-FA11-D018-E9665F8D0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2017E3-7FC8-CAFF-0431-E75C8FE04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028324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Monitoring - </a:t>
            </a:r>
            <a:r>
              <a:rPr lang="en-GB" sz="3700" dirty="0">
                <a:solidFill>
                  <a:srgbClr val="FFFFFF"/>
                </a:solidFill>
              </a:rPr>
              <a:t>Proofpoint Block (TW, UAE) alert</a:t>
            </a:r>
            <a:br>
              <a:rPr lang="en-GB" sz="4000" dirty="0">
                <a:solidFill>
                  <a:schemeClr val="dk1"/>
                </a:solidFill>
              </a:rPr>
            </a:b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36B3A3-A4A5-7A4B-00AF-77ED81EA1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403CA1-8356-4109-C7F6-98F760664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909" y="3093375"/>
            <a:ext cx="5529184" cy="10245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9EFD3C-A9D9-A87E-A567-969A67EF9D0C}"/>
              </a:ext>
            </a:extLst>
          </p:cNvPr>
          <p:cNvSpPr txBox="1"/>
          <p:nvPr/>
        </p:nvSpPr>
        <p:spPr>
          <a:xfrm>
            <a:off x="592507" y="1655276"/>
            <a:ext cx="88143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3464" indent="-283464">
              <a:buFont typeface="Arial" panose="020B0604020202020204" pitchFamily="34" charset="0"/>
              <a:buChar char="•"/>
            </a:pPr>
            <a:r>
              <a:rPr lang="en-US" sz="2000" dirty="0"/>
              <a:t>Email blocking events monitor</a:t>
            </a:r>
          </a:p>
          <a:p>
            <a:pPr marL="283464" indent="-283464">
              <a:buFont typeface="Arial" panose="020B0604020202020204" pitchFamily="34" charset="0"/>
              <a:buChar char="•"/>
            </a:pPr>
            <a:r>
              <a:rPr lang="en-US" sz="2000" dirty="0"/>
              <a:t>Enables immediate action and helps maintain delivery performance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163495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E0442C-3D07-F069-64EA-9902ECF7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D358FBE-730B-C7F7-DA29-E9780F3A0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884146-6461-D063-9FD9-10F9485FD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4F69EC-F7DC-3FA7-4911-B1A70ED27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BC09DB-B872-75F7-D035-3A6479470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AF64ED-0ECA-B6C4-CE5A-FBDC22A6A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028324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Monitoring - </a:t>
            </a:r>
            <a:r>
              <a:rPr lang="en-GB" sz="3700" dirty="0">
                <a:solidFill>
                  <a:srgbClr val="FFFFFF"/>
                </a:solidFill>
              </a:rPr>
              <a:t>Active Profile Threshold Alerts(TW, UAE)</a:t>
            </a:r>
            <a:endParaRPr lang="en-US" sz="3700" dirty="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C501B6-0AF1-A980-E855-2D794A598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sz="33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98A18F-A626-812D-BE2C-2F5280854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847" y="2976736"/>
            <a:ext cx="7261122" cy="2643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7805AC-5297-379B-AB4E-68F4EFDA551D}"/>
              </a:ext>
            </a:extLst>
          </p:cNvPr>
          <p:cNvSpPr txBox="1"/>
          <p:nvPr/>
        </p:nvSpPr>
        <p:spPr>
          <a:xfrm>
            <a:off x="699713" y="1814763"/>
            <a:ext cx="99109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en-US" dirty="0"/>
              <a:t>Configured automated alerts for monitoring profile targeting thresholds</a:t>
            </a: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en-US" dirty="0"/>
              <a:t>License monitoring – Incase any campaign targeting more than threshold customers count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3298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2F4C99-8698-DF8D-94F5-4D6C4EE98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3E142E8-C6CA-5F96-573F-1809AECAA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4EAA26-B0F1-F095-2E82-B55F65408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A41834-5DD7-76BA-320A-AB4407379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E83D31-FA80-B5BC-AC5B-4CBE84258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08A549-1927-0F6C-0E41-58055B467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028324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Monitor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– Channel-wise bounce Report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A1F8BB-AD6F-7275-0C4F-504ABEB87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41A9A3-9F7C-7454-D647-4F0675433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047" y="2566665"/>
            <a:ext cx="5592762" cy="35532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2B477A-4B53-0EB4-C471-761500F027C3}"/>
              </a:ext>
            </a:extLst>
          </p:cNvPr>
          <p:cNvSpPr txBox="1"/>
          <p:nvPr/>
        </p:nvSpPr>
        <p:spPr>
          <a:xfrm>
            <a:off x="776288" y="1670665"/>
            <a:ext cx="6099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Daily automated bounce tracking across markets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Enables proactive action to maintain delivery rate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3252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CBCC1A-0324-3C65-0D9E-BF9504AA2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9C5A839-37FB-94B0-229E-46861C030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396E7F-CF90-A590-BD58-B30C8A369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6AFDA0-95C2-83AF-9ACD-772C93B55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FA14CC-5457-B13E-A15F-A71834B13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B9A30F-0E91-CBCB-4601-64AE2D384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028324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dirty="0">
                <a:solidFill>
                  <a:srgbClr val="FFFFFF"/>
                </a:solidFill>
              </a:rPr>
              <a:t>Monitoring - </a:t>
            </a:r>
            <a:r>
              <a:rPr lang="en-GB" sz="3700" dirty="0">
                <a:solidFill>
                  <a:srgbClr val="FFFFFF"/>
                </a:solidFill>
              </a:rPr>
              <a:t>Abnormal workflow status monitor</a:t>
            </a:r>
            <a:endParaRPr lang="en-US" sz="3700" dirty="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AA92C1-3317-BCE3-EA5F-100701BF7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9D944C-6083-7148-9B7F-685608196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13" y="2573550"/>
            <a:ext cx="7980429" cy="32840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945557-8B3E-BEE6-8B63-3144F311FA2D}"/>
              </a:ext>
            </a:extLst>
          </p:cNvPr>
          <p:cNvSpPr txBox="1"/>
          <p:nvPr/>
        </p:nvSpPr>
        <p:spPr>
          <a:xfrm>
            <a:off x="655319" y="1718423"/>
            <a:ext cx="83688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Automated Alerts for failed/paused/interim results enabled workflows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Enables quick action and reduces business impact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9019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C35EDE-896B-7BFE-E78F-FE840276E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D275765-5D02-D757-F73A-BA121CF163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7FD2AE-D3FE-B875-C13C-1EE840E6A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6EDDAA-9729-1F8A-96AB-1CE63FDC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9627AD-8DDD-7396-E6BD-4963F4F802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CEF2B3-1B5B-BB0B-7AB5-4709E381E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028324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dirty="0">
                <a:solidFill>
                  <a:srgbClr val="FFFFFF"/>
                </a:solidFill>
              </a:rPr>
              <a:t>Monitor - </a:t>
            </a:r>
            <a:r>
              <a:rPr lang="en-GB" sz="3700" dirty="0">
                <a:solidFill>
                  <a:srgbClr val="FFFFFF"/>
                </a:solidFill>
              </a:rPr>
              <a:t>Prospect Profile Growth Monitoring</a:t>
            </a:r>
            <a:endParaRPr lang="en-US" sz="3700" dirty="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9833C4-5D61-2D64-97E3-DCF81AAD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772" y="1822349"/>
            <a:ext cx="10313598" cy="80734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000" dirty="0"/>
              <a:t>Monthly automated report to track profile growth trends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000" dirty="0"/>
              <a:t>Enables early detection of anomalies and proactive action</a:t>
            </a:r>
            <a:endParaRPr lang="en-GB" sz="2000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DEC16C-67F6-BF7A-6DA7-07DB17FCB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13" y="3022202"/>
            <a:ext cx="4946372" cy="3011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C58DEC-C7AB-BF41-4749-64D5D71BB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572" y="3379188"/>
            <a:ext cx="4808464" cy="133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79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449FD9-219E-44EC-4619-2F53EE1DB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CDFDE19-2AB9-7140-7A62-A60C1C08F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66698F-67B0-8AAE-70E3-C8F7FA155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38BC2B-7695-62BB-5239-8631E0C4C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D366F9-8E97-71B9-E53C-9168D51B4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8BC40-F9D2-6422-9141-493AA9D3C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028324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dirty="0">
                <a:solidFill>
                  <a:srgbClr val="FFFFFF"/>
                </a:solidFill>
              </a:rPr>
              <a:t>Automation – HK SMS auto reply Keywords update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2CF76-A9D1-568D-8B29-556E7E6FD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772" y="1822349"/>
            <a:ext cx="10313598" cy="80734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000" dirty="0"/>
              <a:t>Automatically update the date info on monthly basis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Eliminate manual effort and human error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530182-5999-F580-FB2F-98802BA96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13" y="3091843"/>
            <a:ext cx="8397968" cy="272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937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D87627-A4F2-FDCF-9501-D5497D54E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7960D99-A91D-BA2A-05E5-BC72A5B19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9C5327-92C3-FFAF-4DB4-B417369B3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30B7D6-9424-1AF8-7FE4-2B2D6E3D9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E815A7-A763-30D2-1B7D-213A0BA9C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516ADB-6FBB-D363-5F0D-D9016FFB6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019053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Automation - </a:t>
            </a:r>
            <a:r>
              <a:rPr lang="en-GB" sz="3700" dirty="0">
                <a:solidFill>
                  <a:srgbClr val="FFFFFF"/>
                </a:solidFill>
              </a:rPr>
              <a:t>Pending Offer Report Consolidation</a:t>
            </a:r>
            <a:endParaRPr lang="en-US" sz="3700" dirty="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51D85-F2F3-65AF-BD4F-BA23A9D39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A412B6-02BA-6823-5D29-FB326C7B3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417" y="2638457"/>
            <a:ext cx="5627555" cy="36738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A9117F-6AB3-0325-9E5C-278F11B45C1D}"/>
              </a:ext>
            </a:extLst>
          </p:cNvPr>
          <p:cNvSpPr txBox="1"/>
          <p:nvPr/>
        </p:nvSpPr>
        <p:spPr>
          <a:xfrm>
            <a:off x="772588" y="1668960"/>
            <a:ext cx="6099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Centralized report for campaigns pending &gt;7days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Reduced dependency on multiple email checks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3248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568240-099C-F19B-07A4-3BF9CE0E2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4745704-9249-80B7-96ED-36AA5EE21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570B26-ED2F-47BC-9228-FAAA831AA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2308C9-A5DD-56B5-4A34-8CE4923EE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C87EFC-1112-86ED-9CA7-5A7FE616A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7F0CDD-872F-F57C-AEE2-E4F156F9B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028324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Automation - </a:t>
            </a:r>
            <a:r>
              <a:rPr lang="en-US" sz="3700" dirty="0">
                <a:solidFill>
                  <a:srgbClr val="FFFFFF"/>
                </a:solidFill>
              </a:rPr>
              <a:t>CDP Health check Automation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C032E7-1BDB-1C36-03DF-C5649F4B0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2348"/>
            <a:ext cx="10515600" cy="4481615"/>
          </a:xfrm>
        </p:spPr>
        <p:txBody>
          <a:bodyPr/>
          <a:lstStyle/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BF5752-5C34-96A7-A183-0EAA717F8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08" y="2468679"/>
            <a:ext cx="6840231" cy="35969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2B96DE-7EF5-9F56-920B-DF5CC32BDE59}"/>
              </a:ext>
            </a:extLst>
          </p:cNvPr>
          <p:cNvSpPr txBox="1"/>
          <p:nvPr/>
        </p:nvSpPr>
        <p:spPr>
          <a:xfrm>
            <a:off x="535752" y="1730403"/>
            <a:ext cx="85893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One-click automated health check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Reduced manual effort and improved monitoring efficiency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287201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A48CD9-85BE-2B32-D4A9-94455D8FB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53E6BD3-92AF-579D-3492-C37D48C73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106707-2078-6EEE-67AE-D1F8C3D053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580ABD-5625-276F-8AD9-D47856F71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320C85-7D72-A373-CDEC-464DB14683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1EBC8C-1439-3BF4-69B6-CBAE70D14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028324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Automation - </a:t>
            </a:r>
            <a:r>
              <a:rPr lang="en-GB" sz="3700" dirty="0">
                <a:solidFill>
                  <a:srgbClr val="FFFFFF"/>
                </a:solidFill>
              </a:rPr>
              <a:t>CDP License report</a:t>
            </a:r>
            <a:endParaRPr lang="en-US" sz="3700" dirty="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32D26-A1CE-7C3C-B6F2-CFFCD68C9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1954E9-3609-FFC6-7115-AC9815386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46" y="2475718"/>
            <a:ext cx="8904570" cy="39002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5CB5E1-BC27-31FE-C6B3-8E371822CF5D}"/>
              </a:ext>
            </a:extLst>
          </p:cNvPr>
          <p:cNvSpPr txBox="1"/>
          <p:nvPr/>
        </p:nvSpPr>
        <p:spPr>
          <a:xfrm>
            <a:off x="472771" y="1671894"/>
            <a:ext cx="71833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3464" indent="-283464">
              <a:buFont typeface="Arial" panose="020B0604020202020204" pitchFamily="34" charset="0"/>
              <a:buChar char="•"/>
            </a:pPr>
            <a:r>
              <a:rPr lang="en-US" sz="2000" dirty="0"/>
              <a:t>Automated reporting for license utilization</a:t>
            </a:r>
          </a:p>
          <a:p>
            <a:pPr marL="283464" indent="-283464">
              <a:buFont typeface="Arial" panose="020B0604020202020204" pitchFamily="34" charset="0"/>
              <a:buChar char="•"/>
            </a:pPr>
            <a:r>
              <a:rPr lang="en-US" sz="2000" dirty="0"/>
              <a:t>Reduce manual check and proactive capacity planning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53850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164ECA-05AE-16F2-C1B3-F19337D5A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1469C67-3A54-7A22-59EC-A1AD2C3FA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CBEA92-7E09-DB44-9464-F4F544940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3985EA-6654-EB1E-23A8-3AE6A76BA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418DB9-6D58-EB2F-8191-76E977923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6A591C-0078-1AE4-7DC3-1D97E3E93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0283247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Automation - </a:t>
            </a:r>
            <a:r>
              <a:rPr lang="en-US" sz="3700" dirty="0">
                <a:solidFill>
                  <a:srgbClr val="FFFFFF"/>
                </a:solidFill>
              </a:rPr>
              <a:t>Workfront Health check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55A948-673E-D12A-2465-5F95E680FD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634E5E-B5A0-DC07-8BE4-467F1DC959BE}"/>
              </a:ext>
            </a:extLst>
          </p:cNvPr>
          <p:cNvSpPr txBox="1"/>
          <p:nvPr/>
        </p:nvSpPr>
        <p:spPr>
          <a:xfrm>
            <a:off x="416043" y="1935861"/>
            <a:ext cx="88036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Automated health check process triggered via a single action</a:t>
            </a:r>
          </a:p>
          <a:p>
            <a:pPr marL="285750" indent="-285750" defTabSz="914400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Improves monitoring efficiency and reduces manual operational effort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FA68D8-92B8-3882-ECA0-F2E9CDC11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875" y="3052081"/>
            <a:ext cx="3874150" cy="31809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E7DCDA-7881-2AE3-389C-E650DD2EE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7025" y="3556250"/>
            <a:ext cx="4031250" cy="26207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BD5268-151E-E667-2465-D2464BF16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275" y="3556250"/>
            <a:ext cx="3654445" cy="148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927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6D1E3F-C430-5505-69F9-E20ED3F51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2FF09C2-72C3-4E03-97ED-505F8F5868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183BC1E-9428-4FA6-C306-72BFEAD5F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8C7AF87-CD6F-F850-69B7-0E59E96BC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29F9C00-F761-B266-B4F8-373555664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BD53F4DA-AB8F-E1B4-32F4-2ED11F6BF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3A000B6-3CA5-C2D3-B678-5CDFABAA74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60A5A3-F316-5535-E837-A06B30549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PE team contribution Summary</a:t>
            </a:r>
            <a:endParaRPr lang="en-GB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A0399-D0C3-026D-9B80-5E4106461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233680"/>
            <a:ext cx="7508673" cy="63398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 Contribution – Q1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capacity optimization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 Optimization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ACM - Identified high utilization and collaborated with dev &amp; adobe to implement fixes . Database shrink by moving archive data from Postgres to snowflake 80% to &lt;50%.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Introduced structured capacity review covering DB size, table bloat, SFTP usage , workflow concurrency, delivery volume etc.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ACM – </a:t>
            </a:r>
            <a:r>
              <a:rPr lang="en-GB" sz="1200" dirty="0">
                <a:solidFill>
                  <a:schemeClr val="dk1"/>
                </a:solidFill>
              </a:rPr>
              <a:t>Batch Scheduler Heatmap extension</a:t>
            </a:r>
            <a:endParaRPr lang="en-U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Monitor coverage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ACM –  </a:t>
            </a:r>
            <a:r>
              <a:rPr lang="en-GB" sz="1200" dirty="0">
                <a:solidFill>
                  <a:schemeClr val="dk1"/>
                </a:solidFill>
              </a:rPr>
              <a:t>Prospect Profile Growth Monitoring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ACM – Bounce rate and delivery metrics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200" dirty="0">
                <a:solidFill>
                  <a:schemeClr val="dk1"/>
                </a:solidFill>
              </a:rPr>
              <a:t>ACM - Proofpoint Block Monitoring (TW, UAE)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200" dirty="0">
                <a:solidFill>
                  <a:schemeClr val="dk1"/>
                </a:solidFill>
              </a:rPr>
              <a:t>ACM - Active Profile Threshold Alerts(TW, UAE)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200" dirty="0">
                <a:solidFill>
                  <a:schemeClr val="dk1"/>
                </a:solidFill>
              </a:rPr>
              <a:t>ACM - Channel-wise Bounce Report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200" dirty="0">
                <a:solidFill>
                  <a:schemeClr val="dk1"/>
                </a:solidFill>
              </a:rPr>
              <a:t>ACM - Abnormal workflow status monitor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200" dirty="0">
                <a:solidFill>
                  <a:schemeClr val="dk1"/>
                </a:solidFill>
              </a:rPr>
              <a:t>ACM - PEGA file data loading monitor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Reduced Manual Work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ACM - Active Profile Volume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ACM - Automated SMS keyword updates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CDP - Health check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CDP - License report automation(Review State)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Pending Offer Report Consolidation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Workfront Health check Automation(Review state)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443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14AE08-77CE-F76B-6A00-A65474420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9A199D42-3108-371C-7BA4-DE95E481F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ACA2C58D-D305-5865-99C3-9D1F315DB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5B9E238-BF58-D396-AAF6-896AA6D872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75A7E48-D3F5-2769-AE91-BC24F724F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D744A35-ACBF-6B36-8B1F-26545EB39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ABCE1E08-C2A5-BD62-DE83-E242C3C96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88F0F47-913D-81B7-BE2D-AA21FDAA7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EBE1C7-5443-7779-F1B8-D7AD77E41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Other Highlights</a:t>
            </a:r>
            <a:endParaRPr lang="en-GB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80B1A-85CA-3D94-1A50-192B592BF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 Highlights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ACM Platform stability maintained with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major outage and issue for Q1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ACM successful upgrade from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v8.6.4 to v8.9.2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smooth execution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Adobe  – Successfully supported around 800 user onboarding/management activities</a:t>
            </a:r>
          </a:p>
        </p:txBody>
      </p:sp>
    </p:spTree>
    <p:extLst>
      <p:ext uri="{BB962C8B-B14F-4D97-AF65-F5344CB8AC3E}">
        <p14:creationId xmlns:p14="http://schemas.microsoft.com/office/powerpoint/2010/main" val="1591167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D6702-58D8-E77B-C022-7AF5C781E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B24A5FD-C2A6-1941-6D09-151C3D345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9C186C-CF40-236A-F233-87D3AEDC4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DF1704-2C16-A853-BBAE-589FFCB96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8500010-3045-B929-9C1F-ED9DF54F4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8C13AE9B-C5AB-F264-A0F9-8C5806B62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E72AD29-257B-F4FC-87BC-11A314999F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9FC29C-6B58-082F-605C-4099C52AC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225" y="535899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altLang="zh-CN" sz="4000" dirty="0">
                <a:solidFill>
                  <a:srgbClr val="FFFFFF"/>
                </a:solidFill>
              </a:rPr>
              <a:t>Thank you </a:t>
            </a:r>
            <a:endParaRPr lang="en-GB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7D62F-6FF4-1A6D-037F-CE09F1536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233680"/>
            <a:ext cx="7508673" cy="63398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cannot delivery without the help from: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Martin.Ivan@sc.com</a:t>
            </a:r>
            <a:r>
              <a:rPr lang="zh-CN" alt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， </a:t>
            </a:r>
            <a:r>
              <a:rPr lang="en-GB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mohammed.owaise@sc.com</a:t>
            </a:r>
            <a:endParaRPr lang="en-GB" altLang="zh-C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Bithiralla.NandiswarReddy@sc.com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,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Rajasekaran.Selvam@sc.com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,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Kunal.Choudhary@sc.com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/>
              </a:rPr>
              <a:t>AnilSuman.V1@sc.com</a:t>
            </a:r>
            <a:r>
              <a:rPr lang="en-GB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, </a:t>
            </a:r>
            <a:r>
              <a:rPr lang="en-GB" altLang="zh-C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8"/>
              </a:rPr>
              <a:t>srijith.s@sc.com</a:t>
            </a:r>
            <a:endParaRPr lang="en-GB" altLang="zh-C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9"/>
              </a:rPr>
              <a:t>Marketing-Automation-Support@sc.com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Ect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957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B839F4-526A-1C9C-7B5E-4BB917B48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C1B3EDD-DC52-4CDD-BEEF-4E17D9627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5F2D76C-61D0-5842-C40F-F0F844137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A3BC33-F379-C8CF-9355-4569BD1E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5D7AE2-25FE-E876-8095-2A468B666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31F5DAEF-900B-9324-B586-9CBFE60F9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4D2DDA0-48F5-7EED-4E3A-9A27808BE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A5CF63-A774-8A38-71EF-B5DFCA34F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31518" cy="4157865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Current Challenges &amp; Q2 Plan</a:t>
            </a:r>
            <a:endParaRPr lang="en-GB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F3287-1273-4440-6487-01B722F67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7143551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Challenges &amp; Q2 focus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Despite implementing stats-based health check automation, the ACM health check process still takes around 30 minutes daily, leading to continued manual effort. Transition to status-based health check email triggers, reducing manual effort.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ACM - Increasing Realtime workflow concurrency requires attention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ACM - Email bounce due to invalid domain and address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Adobe Workfront &amp; CDP onboarding – ongoing stabilization and knowledge ramp-up.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concentration Adobe CDP &amp; Workfront to increase monitoring coverage and help stability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795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4A308C-9684-AE6F-34D9-159970D47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8B4C28C-E891-31BF-5840-55FE96535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91ED121-35E2-945D-45CE-43F67B719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41604D0-6BB3-E66E-5C5D-1C56F3383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A679AA2-0B8E-517A-AA6A-8C563074E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571DB950-BE1B-BE83-AB1B-D657E676F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6CB9BF-2A66-36DA-7397-A2999BD71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635A8A-F541-6CCF-BB93-4E6B03565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918802"/>
            <a:ext cx="2822578" cy="3125470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Feedback</a:t>
            </a:r>
            <a:endParaRPr lang="en-GB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EDCAC-E9F1-C665-FB31-11630A1B2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7143551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Feedback &amp; Suggestions</a:t>
            </a:r>
          </a:p>
          <a:p>
            <a:pPr marL="0" indent="0">
              <a:buNone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welcome feedback on service performance , priorities, area of improvement to better support business outcomes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712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40e60c6-cef6-4cc0-a98d-364c7249d74b}" enabled="1" method="Privileged" siteId="{b44900f1-2def-4c3b-9ec6-9020d604e19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2519</TotalTime>
  <Words>833</Words>
  <Application>Microsoft Office PowerPoint</Application>
  <PresentationFormat>Widescreen</PresentationFormat>
  <Paragraphs>110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Wingdings</vt:lpstr>
      <vt:lpstr>Office Theme</vt:lpstr>
      <vt:lpstr>Adobe PE SERVICE MANAGEMENT REVIEW  Q1 2026</vt:lpstr>
      <vt:lpstr>Agenda</vt:lpstr>
      <vt:lpstr>Challenges as of Previous quarter</vt:lpstr>
      <vt:lpstr>System capacity optimization-DB Shrink</vt:lpstr>
      <vt:lpstr>System capacity optimization-Capacity Review</vt:lpstr>
      <vt:lpstr>System Stability - Batch Scheduler Heatmap extension</vt:lpstr>
      <vt:lpstr>Monitoring  - PEGA File data loading reject alert</vt:lpstr>
      <vt:lpstr>Monitoring - Proofpoint Block (TW, UAE) alert </vt:lpstr>
      <vt:lpstr>Monitoring - Active Profile Threshold Alerts(TW, UAE)</vt:lpstr>
      <vt:lpstr>Monitor – Channel-wise bounce Report</vt:lpstr>
      <vt:lpstr>Monitoring - Abnormal workflow status monitor</vt:lpstr>
      <vt:lpstr>Monitor - Prospect Profile Growth Monitoring</vt:lpstr>
      <vt:lpstr>Automation – HK SMS auto reply Keywords update </vt:lpstr>
      <vt:lpstr>Automation - Pending Offer Report Consolidation</vt:lpstr>
      <vt:lpstr>Automation - CDP Health check Automation</vt:lpstr>
      <vt:lpstr>Automation - CDP License report</vt:lpstr>
      <vt:lpstr>Automation - Workfront Health check </vt:lpstr>
      <vt:lpstr>PE team contribution Summary</vt:lpstr>
      <vt:lpstr>Other Highlights</vt:lpstr>
      <vt:lpstr>Thank you </vt:lpstr>
      <vt:lpstr>Current Challenges &amp; Q2 Plan</vt:lpstr>
      <vt:lpstr>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S, Srijith</dc:creator>
  <cp:lastModifiedBy>Zhang, Nicolas Sihang</cp:lastModifiedBy>
  <cp:revision>99</cp:revision>
  <dcterms:created xsi:type="dcterms:W3CDTF">2026-01-21T10:00:48Z</dcterms:created>
  <dcterms:modified xsi:type="dcterms:W3CDTF">2026-06-22T14:47:58Z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INTERNAL</vt:lpwstr>
  </property>
</Properties>
</file>